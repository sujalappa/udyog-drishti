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udyog-drishti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udyog-drishti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dyog-drishti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monthly satellite check of SO₂ and NO₂ at Maharashtra's large coal power plants and industrial areas: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agrees with plants' official filings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own stack reports show SO₂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~6× the limit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(2024–26)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Mahagenco CSTPS EC compliance reports to MoEF&amp;CC, 2024–26;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the polluter's data, yet it agrees with official filings: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(flagged here) reports SO₂ ~6× the limit;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Mauda's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SO₂ ÷ NO₂ fell 38% vs 14% at unscrubbed plants, and NTPC confirms its scrubbers.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of 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Checks vs official filings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Chandrapur, Koradi, Mauda agree with stack and scrubber records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Mahagenco and NTPC EC compliance reports to MoEF&amp;CC (2024–26).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udyog-drishti.onrender.com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