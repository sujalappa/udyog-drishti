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7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every field exactly as entered in the online application form so reviewers can match the deck to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look for a clearly defined, real and significant problem backed by evidence. One strong statistic is better than many weak ones. Cite the source for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clearly how the solution addresses the problem on Slide 2. Compare against what exists today — reviewers score originality and relevance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realistic. A clear, costed plan with an identified adopting department scores better than an ambitious but vague one. Mention any validation already done (tests, user feedback, certifications).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impact wherever possible and state your assumptions. Where relevant, link the solution to an existing Government scheme, mission or the Sustainable Development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only active team members. Be specific about the support requested — it helps the organisers match you with the right mentor, department or incubator.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udyog-drishti.onrender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udyog-drishti.onrender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udyog-drishti.onrender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0" kern="0" spc="200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•  SUSTAINABILITY - ENERGY, CLIMATE AND OTHERS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Udyog-drishti 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monthly satellite check of SO₂ and NO₂ at Maharashtra's large coal power plants and industrial areas: where to inspect first, and whether a scrubber worked. Independent of the plants' own monitors.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77724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03504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28C28"/>
                </a:solidFill>
                <a:latin typeface="Nirmala UI"/>
              </a:rPr>
              <a:t>Sub-theme: Industrial decarbonisation, pollution control and wastewater reuse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0332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irmala UI"/>
              </a:rPr>
              <a:t>Sujal Chondekar · Kshitij Mehrotra · Sandeep Mataghare · Sanchay Hira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C9D2EC"/>
                </a:solidFill>
                <a:latin typeface="Nirmala UI"/>
              </a:rPr>
              <a:t>Mentor: Dr. Swati Hira, Assistant Professor, CSE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C9D2EC"/>
                </a:solidFill>
                <a:latin typeface="Nirmala UI"/>
              </a:rPr>
              <a:t>Indian Institute of Information Technology, Nagpur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2468880" cy="981130"/>
          </a:xfrm>
          <a:prstGeom prst="rect">
            <a:avLst/>
          </a:prstGeom>
          <a:ln>
            <a:solidFill>
              <a:srgbClr val="3A4A7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035040" y="239845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Nirmala UI"/>
              </a:rPr>
              <a:t>• 17 plants and industrial areas, monthly since 2019, in ~1 min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Nirmala UI"/>
              </a:rPr>
              <a:t>• Sentinel-5P SO₂ and NO₂; agrees with plants' official filings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Nirmala UI"/>
              </a:rPr>
              <a:t>Live demo: </a:t>
            </a:r>
            <a:r>
              <a:rPr sz="1000" b="1">
                <a:solidFill>
                  <a:srgbClr val="F28C28"/>
                </a:solidFill>
                <a:latin typeface="Nirmala UI"/>
                <a:hlinkClick r:id="rId4"/>
              </a:rPr>
              <a:t>udyog-drishti.onrender.com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real challenge in society, government service or industry are you solving?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2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Big industries are checked mainly by stack monitors </a:t>
            </a: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they run themselves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and by occasional inspections. Since July 2025 most coal plants no longer need SO₂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scrubbers, and no one independently tracks what each plant and industrial cluster releases, month by month.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affected, and where?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People living near Maharashtra's coal plants and </a:t>
            </a: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critically polluted clusters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 Chandrapur, Koradi–Khaparkheda (Nagpur), Tarapur, Taloja, Dombivli. Also MPCB, CPCB and NGT committees, who need independent evidence to act.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Koradi, Khaparkheda, Tiroda, Mauda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 9,360 MW exempted from SO₂ scrubbers (Jul 2025)</a:t>
            </a:r>
            <a:endParaRPr lang="en-US" sz="1000" dirty="0"/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Chandrapur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 own stack reports show SO₂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~6× the limit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(2024–26)</a:t>
            </a:r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Nagpur over the PM10 limit on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46 of 92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spring days in 2026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Self-reported monitors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(OCEMS): run by the plant, with gaps and poor data quality</a:t>
            </a:r>
            <a:endParaRPr lang="en-US" sz="1000" dirty="0"/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Inspections are occasional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; no picture between visits</a:t>
            </a:r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No independent check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that scrubbers or effluent plants actually cut pollution</a:t>
            </a:r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377440" cy="3429000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80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78%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i="0" dirty="0" b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of India's coal power units no longer need SO₂ scrubbers (July 2025)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Sulphur and ash keep reaching lungs, farms and rivers around Nagpur and Chandrapur, and the only proof of compliance is the polluter's own data.</a:t>
            </a:r>
            <a:endParaRPr lang="en-US" sz="1000" dirty="0"/>
          </a:p>
        </p:txBody>
      </p:sp>
      <p:sp>
        <p:nvSpPr>
          <p:cNvPr id="24" name="Sources"/>
          <p:cNvSpPr txBox="1"/>
          <p:nvPr/>
        </p:nvSpPr>
        <p:spPr>
          <a:xfrm>
            <a:off x="457200" y="466344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>
                <a:solidFill>
                  <a:srgbClr val="6B7280"/>
                </a:solidFill>
                <a:latin typeface="Nirmala UI"/>
              </a:rPr>
              <a:t>Sources: MoEFCC notification, 11 Jul 2025; Mahagenco CSTPS EC compliance reports to MoEF&amp;CC, 2024–26; TechTimes analysis of CPCB data, Aug 2026; CEEW 2024 and CSE on OCEMS; CREA, Jul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&amp;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have you built or designed, how does it work, and what is new about it?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3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in brief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Udyog-drishti AI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tracks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SO₂ and NO₂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over every big plant each month from Sentinel-5P,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independent of plant monitors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 where to inspect, and if scrubbers 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595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12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Plant list, or any industrial area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311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2311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SO₂ and NO₂ above local background, monthly since 2019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027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027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Inspect-first list, scrubber check, maps, PDF and KML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makes it new?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Existing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Our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Cost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Inspections and stack audits, plant by plant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Free satellite data; one small server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Speed / time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Occasional visits; monitor data from the plant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All of Maharashtra in ~1 min, every month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Reach / access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Self-reported monitors, often with gaps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17 sites, every month since 2019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Ease of use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Portals per plant, rarely public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One map, ranked list, before/after check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Key USP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Independent of the polluter's data, yet it agrees with official filings: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Chandrapur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(flagged here) reports SO₂ ~6× the limit;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Mauda's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SO₂ ÷ NO₂ fell 38% vs 14% at unscrubbed plants, and NTPC confirms its scrubbers.</a:t>
            </a:r>
            <a:endParaRPr lang="en-US" sz="1000" dirty="0"/>
          </a:p>
        </p:txBody>
      </p:sp>
      <p:pic>
        <p:nvPicPr>
          <p:cNvPr id="31" name="Picture 30" descr="app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463040"/>
            <a:ext cx="1737360" cy="690425"/>
          </a:xfrm>
          <a:prstGeom prst="rect">
            <a:avLst/>
          </a:prstGeom>
          <a:ln>
            <a:solidFill>
              <a:srgbClr val="D9DEEA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2651760" y="2180897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Nirmala UI"/>
              </a:rPr>
              <a:t>Working prototype: Maharashtra, 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Feasibility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ready is the solution, and what will it take to implement it on the ground?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4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stage (mark ✔ where you are today)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627632"/>
            <a:ext cx="310896" cy="310896"/>
          </a:xfrm>
          <a:prstGeom prst="ellipse">
            <a:avLst/>
          </a:prstGeom>
          <a:solidFill>
            <a:srgbClr val="FBD9B5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28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627632"/>
            <a:ext cx="310896" cy="310896"/>
          </a:xfrm>
          <a:prstGeom prst="ellipse">
            <a:avLst/>
          </a:prstGeom>
          <a:solidFill>
            <a:srgbClr val="FBD9B5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0116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310896" cy="310896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Field 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Google Earth Engine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+ web map app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Data: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Sentinel-5P SO₂ and NO₂ (daily)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Method: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ring background; ratio vs exempt plants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Next: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drone gas sensors at flagged stacks; methane (EMIT)</a:t>
            </a:r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9748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Data: ₹0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(free Copernicus data)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Server: ~₹5,000 / month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for the state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Pilot: under ₹2 lakh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, mostly stack tests to check the flags</a:t>
            </a:r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006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 months: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Nagpur–Chandrapur pilot with MPCB; compare with stack tests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 months: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every coal plant statewide; monthly report card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12 months: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cement, steel, refineries; effluent watch at MIDCs</a:t>
            </a:r>
          </a:p>
        </p:txBody>
      </p:sp>
      <p:sp>
        <p:nvSpPr>
          <p:cNvPr id="28" name="Shape 26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Partners to approach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Maharashtra Pollution Control Board (MPCB)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Mahagenco and NTPC environment teams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CPCB; State Environment Department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MRSAC, Nagpur (state remote sensing centre)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1627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  <p:sp>
        <p:nvSpPr>
          <p:cNvPr id="32" name="Demo link"/>
          <p:cNvSpPr txBox="1"/>
          <p:nvPr/>
        </p:nvSpPr>
        <p:spPr>
          <a:xfrm>
            <a:off x="4846320" y="1170432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1B2A5C"/>
                </a:solidFill>
                <a:latin typeface="Nirmala UI"/>
              </a:rPr>
              <a:t>Live prototype: </a:t>
            </a:r>
            <a:r>
              <a:rPr sz="1050" b="1">
                <a:solidFill>
                  <a:srgbClr val="F28C28"/>
                </a:solidFill>
                <a:latin typeface="Nirmala UI"/>
                <a:hlinkClick r:id="rId3"/>
              </a:rPr>
              <a:t>udyog-drishti.onrender.com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change will your solution create, and how can it grow beyond the first location?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5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6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22,020 MW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 i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Coal capacity watched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14 plant sites and 3 industrial areas, monthly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55848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4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Months → 1 min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 i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Saving in time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statewide screen vs plant-by-plant inspection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63056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8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 of 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 i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Checks vs official filings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Chandrapur, Koradi, Mauda agree with stack and scrubber records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Inspections go first where SO₂ is highest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Cleaner air around Nagpur and Chandrapur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Public check on scrubber spending and exemptions</a:t>
            </a:r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40156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Runs on free satellite data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Low server cost fits an MPCB budget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Can be hosted by MRSAC; open-source code</a:t>
            </a:r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08776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Scale-up 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Any Indian state: the satellite is global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Carbon-market sectors: cement, steel, refineries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Next: drone gas checks; landfill methane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Nirmala UI"/>
              </a:rPr>
              <a:t>Sources: Global Power Plant Database (capacity); Udyog-drishti run, Jan 2019–Sep 2026; Mahagenco and NTPC EC compliance reports to MoEF&amp;CC (2024–26). Server cost is an estimate.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Team/Individual &amp; Support Required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behind the idea, and what help do you need from the Challenge?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i="0" b="1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Sujal Chondekar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Lead developer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B.Tech CSE, IIIT Nagpur · satellite analysis, web 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3464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834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i="0" b="1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KM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Kshitij Mehrotra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B.Tech CSE, IIIT Nagpur · data and validation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94360" y="265176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i="0" b="1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SM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Sandeep Mataghare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2889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/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97480" y="24688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834640" y="265176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2834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i="0" b="1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SH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Sanchay Hira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447288" y="2889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447288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/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i="0" dirty="0" b="1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Mentor: </a:t>
            </a:r>
            <a:r>
              <a:rPr lang="en-US" sz="95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Dr. Swati Hira, Assistant Professor, CSE, IIIT Nagpur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Support we are seeking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Mentorship &amp; technical guidance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Pilot with a government department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Funding / grant support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291693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66928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Incubation &amp; workspace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3300984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Testing, certification or IP support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Nagpur–Chandrapur pilot with MPCB would test the satellite flags against stack tests and plant monitors, and give every big plant a monthly report card.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Thank you  |  sujalchondhekar@gmail.com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Live demo: </a:t>
            </a:r>
            <a:r>
              <a:rPr lang="en-US" sz="105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  <a:hlinkClick r:id="rId3"/>
              </a:rPr>
              <a:t>udyog-drishti.onrender.com</a:t>
            </a:r>
          </a:p>
        </p:txBody>
      </p:sp>
      <p:sp>
        <p:nvSpPr>
          <p:cNvPr id="45" name="Text 43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6 of 6</a:t>
            </a: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28C28"/>
      </a:hlink>
      <a:folHlink>
        <a:srgbClr val="F28C2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1008</Words>
  <Application>Microsoft Office PowerPoint</Application>
  <PresentationFormat>On-screen Show (16:9)</PresentationFormat>
  <Paragraphs>138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Innovation Challenge – Reference Pitch Deck</dc:title>
  <dc:subject>PptxGenJS Presentation</dc:subject>
  <dc:creator>PptxGenJS</dc:creator>
  <cp:lastModifiedBy>ceo_ispark@mssu.ac.in</cp:lastModifiedBy>
  <cp:revision>4</cp:revision>
  <dcterms:created xsi:type="dcterms:W3CDTF">2026-09-23T13:40:13Z</dcterms:created>
  <dcterms:modified xsi:type="dcterms:W3CDTF">2026-09-23T13:46:30Z</dcterms:modified>
</cp:coreProperties>
</file>