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SUSTAINABILITY - ENERGY, CLIMATE AND OTHERS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monthly satellite check of SO₂ and NO₂ at Maharashtra's large coal power plants and industrial areas: where to inspect first, and whether a scrubber worked. Independent of the plants' own monitors.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Industrial decarbonisation, pollution control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981130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39845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17 plants and industrial areas, monthly since 2019, in ~1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Sentinel-5P SO₂ and NO₂; agrees with plants' official filings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Big industries are checked mainly by stack monitors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they run themselves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by occasional inspections. Since July 2025 most coal plants no longer need SO₂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scrubbers, and no one independently tracks what each plant and industrial cluster releases, month by month.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near Maharashtra's coal plants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critically polluted clusters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Chandrapur, Koradi–Khaparkheda (Nagpur), Tarapur, Taloja, Dombivli. Also MPCB, CPCB and NGT committees, who need independent evidence to act.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Koradi, Khaparkheda, Tiroda, Mauda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9,360 MW exempted from SO₂ scrubbers (Jul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own stack reports show SO₂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~6× the limit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(2024–26)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 over the PM10 limit on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46 of 92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spring days in 2026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Self-reported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(OCEMS): run by the plant, with gaps and poor data quality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are occasional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; no picture between visits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scrubbers or effluent plants actually cut pollution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78%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India's coal power units no longer need SO₂ scrubbers (July 2025)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Sulphur and ash keep reaching lungs, farms and rivers around Nagpur and Chandrapur, and the only proof of compliance is the polluter's own data.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MoEFCC notification, 11 Jul 2025; Mahagenco CSTPS EC compliance reports to MoEF&amp;CC, 2024–26; TechTimes analysis of CPCB data, Aug 2026; CEEW 2024 and CSE on OCEMS; CREA, Jul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tracks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over every big plant each month from Sentinel-5P,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plant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where to inspect, and if scrubbers work.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Plant list, or any industrial area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 above local background, monthly since 2019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Inspect-first list, scrubber check, maps,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Inspections and stack audits, plant by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Occasional visits; monitor data from the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of Maharashtra in ~1 min, every month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Self-reported monitors, often with gaps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17 sites, every month since 2019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Portals per plant, rarely public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the polluter's data, yet it agrees with official filings: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(flagged here) reports SO₂ ~6× the limit;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Mauda's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SO₂ ÷ NO₂ fell 38% vs 14% at unscrubbed plants, and NTPC confirms its scrubbers.</a:t>
            </a:r>
            <a:endParaRPr lang="en-US" sz="1000" dirty="0"/>
          </a:p>
        </p:txBody>
      </p:sp>
      <p:pic>
        <p:nvPicPr>
          <p:cNvPr id="31" name="Picture 30" descr="app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690425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180897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Maharashtra,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Sentinel-5P SO₂ and NO₂ (daily)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ring background; ratio vs exempt plants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gas sensors at flagged stacks; methane (EMIT)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the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Pilot: under ₹2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stack tests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Nagpur–Chandrapur pilot with MPCB; compare with stack tests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coal plant statewide; monthly report card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cement, steel, refineries; effluent watch at MIDCs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Mahagenco and NTPC environment teams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CPCB; State Environment Department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Nagpur; IIIT Nagpur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22,020 MW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Coal capacity watched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14 plant sites and 3 industrial areas, monthly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Months → 1 min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 screen vs plant-by-plant inspection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of 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Checks vs official filings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Chandrapur, Koradi, Mauda agree with stack and scrubber records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go first where SO₂ is highest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air around Nagpur and Chandrapur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 check on scrubber spending and exemptions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an MPCB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state: the satellite is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Carbon-market sectors: cement, steel, refineries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gas checks; landfill methane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Global Power Plant Database (capacity); Udyog-drishti run, Jan 2019–Sep 2026; Mahagenco and NTPC EC compliance reports to MoEF&amp;CC (2024–26).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Nagpur–Chandrapur pilot with MPCB would test the satellite flags against stack tests and plant monitors, and give every big plant a monthly report card.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[deployment link]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